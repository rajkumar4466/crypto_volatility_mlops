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Crypto Volatility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196F3"/>
                </a:solidFill>
              </a:defRPr>
            </a:pPr>
            <a:r>
              <a:t>End-to-End Machine Learning Pipeline for BTC Volatility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Automated ingestion | Feature engineering | Model training | Real-time serving | Continuous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9800"/>
                </a:solidFill>
              </a:defRPr>
            </a:pPr>
            <a:r>
              <a:t>AWS  |  Airflow  |  XGBoost  |  Feast  |  ONNX  |  W&amp;B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Crypto markets are highly volatile and operate 24/7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Traders need early warnings of upcoming volatility to manage risk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Manual monitoring is impossible at the speed crypto moves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Our Goal: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Predict whether BTC will experience &gt;2% price swing in the next 7.5 hours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Serve predictions via API in real-time (&lt;100ms latency)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Automatically retrain as market conditions change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Monitor model performance and detect when predictions degrade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char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Data Sources: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Binance API: 15-min BTC/USDT OHLCV candles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Fear &amp; Greed API: daily sentiment index (0-100)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CoinGecko API: BTC market cap history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Pipeline (every 30 minutes):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1. Ingest 1,000 candles from Binance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2. Compute 15 features + volatility labels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3. Write to S3 Parquet (Feast offline store)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4. Materialize latest features to Redis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Storage Architecture: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S3 (offline store):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~8,000 rows, full history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Used by: training pipeline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Latency: 200-500ms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Redis (online store):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1 row, latest features only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Used by: Lambda serving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Latency: 1-5ms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DynamoDB: prediction log + backfilled actuals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15 Features — What the Model Sees</a:t>
            </a:r>
          </a:p>
        </p:txBody>
      </p:sp>
      <p:pic>
        <p:nvPicPr>
          <p:cNvPr id="3" name="Picture 2" descr="char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Feature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Volatility (3):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volatility_10m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volatility_30m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volatility_ratio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Momentum (1):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rsi_14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Volume (2):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volume_spike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volume_trend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Price Structure (4):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price_range_30m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sma_10_vs_sma_30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max_drawdown_30m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candle_body_avg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Temporal (2):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hour_of_day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day_of_week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Sentiment (3):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fear_greed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 Daily index from alternative.me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market_cap_change_24h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 From CoinGecko market chart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btc_dominance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  BTC % of total crypto market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Key Insight: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fear_greed is the #2 most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important feature after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volatility_10m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How We Label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For each candle at time T, look forward 30 candles (7.5 hours):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swing = (max_price - min_price) / current_price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If swing &gt; 2%  --&gt;  label = 1 (VOLATILE)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If swing &lt;= 2% --&gt;  label = 0 (CALM)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Example: candle at 14:00, close = $73,000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Future prices (14:15 to 21:30): max = $74,600, min = $72,500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swing = ($74,600 - $72,500) / $73,000 = 2.88%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2.88% &gt; 2% --&gt; VOLATILE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Class distribution: ~63% CALM, ~37% VOLATILE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Last 30 rows always dropped (incomplete forward window)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Model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Algorithm: XGBoost Classifier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Data Split (time-ordered, no shuffle):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Train: first 80% (older data)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Test: last 20% (newer data)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Hyperparameter Search: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GridSearchCV with TimeSeriesSplit (3 folds)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8 combinations tested: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learning_rate: [0.01, 0.1]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max_depth: [3, 5]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n_estimators: [50, 100]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subsample: [0.8]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Class Imbalance Handling: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scale_pos_weight = neg/pos ratio (~1.7)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Prevents model from always predicting CALM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Export: ONNX format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Framework-agnostic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Lambda doesn't need XGBoost installed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Smoke tested before deployment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Tracking: Weights &amp; Biases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Metrics, hyperparams, feature importance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Model artifacts versioned per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Hyperparameter Impact on F1 Score</a:t>
            </a:r>
          </a:p>
        </p:txBody>
      </p:sp>
      <p:pic>
        <p:nvPicPr>
          <p:cNvPr id="3" name="Picture 2" descr="chart_hyperparameter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Champion / Challenger Model Promotion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Every 30-min retrain produces a challenger model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Promotion rule: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If challenger F1 &gt; champion F1: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--&gt; Promote (copy to models/current.onnx)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Else: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--&gt; Reject (champion stays)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This prevents regression: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49 training runs total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Only ~8 were promoted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~41 were rejected (worse than champion)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Production always serves the best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Current Champion: solar-darkness-47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Accuracy:  80.3%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F1 Score:  0.634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ROC AUC:   0.742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Params: lr=0.1, depth=3, trees=50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Why F1 as promotion metric?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Accuracy is misleading with imbalanced classes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A model predicting all CALM gets 63% accuracy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F1 forces the model to actually catch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volatile events, not just the majority class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Promotion History — Champion vs Challenger</a:t>
            </a:r>
          </a:p>
        </p:txBody>
      </p:sp>
      <p:pic>
        <p:nvPicPr>
          <p:cNvPr id="3" name="Picture 2" descr="chart_promotio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Model Performance Over Time</a:t>
            </a:r>
          </a:p>
        </p:txBody>
      </p:sp>
      <p:pic>
        <p:nvPicPr>
          <p:cNvPr id="3" name="Picture 2" descr="chart_metric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Feature Importance Shifts Across Runs</a:t>
            </a:r>
          </a:p>
        </p:txBody>
      </p:sp>
      <p:pic>
        <p:nvPicPr>
          <p:cNvPr id="3" name="Picture 2" descr="chart_feature_import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Metric Distribution Across All Runs</a:t>
            </a:r>
          </a:p>
        </p:txBody>
      </p:sp>
      <p:pic>
        <p:nvPicPr>
          <p:cNvPr id="3" name="Picture 2" descr="chart_metri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Airflow DAG — 8 Tasks Every 30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Task 1: Ingest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Fetch candles from Binance --&gt; S3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Task 2: Compute Features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15 features + labels --&gt; S3 Parquet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Task 3: Materialize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S3 Parquet --&gt; Redis (latest row only)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Task 4: Predict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Call Lambda via API Gateway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Writes prediction to DynamoDB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Task 5: Retrain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GridSearchCV + XGBoost + ONNX export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Logs to W&amp;B, backs up to S3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Task 6: Evaluate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Compare challenger F1 vs champion F1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Task 7: Promote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If challenger wins --&gt; new champion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Task 8: Monitor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Drift detection (KS-test)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Rolling accuracy from DynamoDB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Publish 5 CloudWatch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Real-Time 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User --&gt; API Gateway (GET /predict) --&gt; Lambda --&gt; Response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Lambda does: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1. Read 15 features from Redis (Feast online store)     ~2ms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2. Load current.onnx from S3 (cached after first load)  ~0ms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3. Run ONNX Runtime inference                           ~5ms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4. Write prediction to DynamoDB                         ~10ms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5. Return: { prediction: VOLATILE, confidence: 0.72 }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Total latency: &lt;100ms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Lambda specs: 512MB memory, 60s timeout, x86_64, container image from ECR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Model size: ~21KB ONNX (tiny — XGBoost with 50 trees)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Monitoring &amp; Drift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5 CloudWatch Metrics: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1. rolling_accuracy (2-hour window)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2. drift_score (fraction of features drifted)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3. model_version (current champion)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4. prediction_latency (Lambda duration)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5. retrain_count (drift-triggered retrains)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Drift Detection: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Kolmogorov-Smirnov test on all 15 features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p_threshold = 0.01 (tight for crypto)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min_drifted = 2 (reduces false positives)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Compares reference vs recent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Backfill Lambda (EventBridge, every 30 min):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Checks old predictions against actuals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Writes actual_label to DynamoDB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Enables rolling accuracy calculation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Alerting: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SNS drift alerts --&gt; email notification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SNS billing alerts --&gt; $1 threshold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CloudWatch alarms on metric thresholds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W&amp;B Dashboard: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Experiment tracking across all runs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Feature importance trends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Promotion decision 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AWS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Provisioned via Terraform (IaC):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EC2 (t3.small): Airflow scheduler + webserver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All DAG tasks run here as subprocesses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Public subnet, 30GB EBS, 4GB swap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RDS (db.t3.micro): PostgreSQL 16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Airflow metadata only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Private subnet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ElastiCache (cache.t3.micro): Redis 7.1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Feast online store (1 row, ~300 bytes)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Private subnet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Lambda (predictor): 512MB, container image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ONNX inference, private subnet (VPC)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Lambda (backfill): 256MB, container image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Backfills actuals to DynamoDB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API Gateway: HTTP API (v2)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GET /predict, GET /health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S3: Central data + model store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DynamoDB: Prediction log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ECR: Container image registry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SNS: Alert notifications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EventBridge: Backfill scheduler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Monthly Cost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EC2 t3.small (Airflow):         ~$15/month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RDS db.t3.micro (PostgreSQL):    ~$15/month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ElastiCache cache.t3.micro:      ~$13/month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Lambda (low volume):              &lt; $1/month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S3 + DynamoDB:                    &lt; $1/month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API Gateway:                      &lt; $1/month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────────────────────────────────────────────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Total:                           ~$45/month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Billing alarm set at $1 via SNS email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Use scripts/tear_down.sh to destroy all resources when not in use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Why Continuous Retraining?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Crypto markets exhibit data drift: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Data drift: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Feature distributions shift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(volatility regime changes)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Concept drift: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Feature-label relationship changes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(RSI stops being predictive)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Label drift: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Class balance shifts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(market becomes more volatile overall)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The ML lifecycle loop: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Train --&gt; Deploy --&gt; Monitor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^                    |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|    Detect drift    |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|                    v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Promote &lt;-- Evaluate &lt;-- Retrain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Our pipeline runs this loop every 30 min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Champion/challenger gate ensures: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- Only better models reach production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- Bad retrains are rejected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- Production always serves the best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Key Decisions &amp;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What worked well: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Sentiment features matter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fear_greed went from constant 50 to #2 feature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after fixing the API integration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90-day backfill was critical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10 days of data: overfit, F1=0.385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90 days: generalized, F1=0.634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scale_pos_weight for class imbalance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Without it: F1 collapsed to 0.109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With it: F1 recovered to 0.634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Challenges: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OOM on t3.small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Reduced param grid from 36 to 8 combos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CoinGecko free tier limitations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No historical total market cap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btc_dominance estimated from BTC trajectory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Model degradation over time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Market regime changes cause concept drift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Champion/challenger gate prevents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 bad models from reaching production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96F3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Orchestration: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Apache Airflow 2.10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EC2 + LocalExecutor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ML Framework: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XGBoost (classifier)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scikit-learn (GridSearchCV)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ONNX Runtime (inference)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Feature Store: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Feast (S3 + Redis)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Experiment Tracking: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Weights &amp; Biases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Infrastructure: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Terraform (IaC)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Docker (Lambda images)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AWS Services: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EC2, RDS, ElastiCache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Lambda, API Gateway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S3, DynamoDB, ECR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CloudWatch, SNS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EventBridge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Data Sources: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Binance (OHLCV)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CoinGecko (market data)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Alternative.me (sentiment)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196F3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GitHub  |  W&amp;B Dashboard  |  API: GET /predict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